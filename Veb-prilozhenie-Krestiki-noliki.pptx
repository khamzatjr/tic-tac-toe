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619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hamzatjr.github.io/tic-tac-toe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7121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Веб-приложение «Крестики-нолики»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568253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Классическая игра в современной цифровой реализации — с искусственным интеллектом, двумя режимами игры и минималистичным дизайном.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3303166"/>
            <a:ext cx="2167830" cy="233214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3999533" y="3340373"/>
            <a:ext cx="2476202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АВТОР: МАМИЛОВ ХАМЗАТ ХАСАНОВИЧ</a:t>
            </a:r>
            <a:endParaRPr lang="en-US" sz="7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FAB2E57-F7AC-770E-EBC3-D6EA552E6439}"/>
              </a:ext>
            </a:extLst>
          </p:cNvPr>
          <p:cNvSpPr/>
          <p:nvPr/>
        </p:nvSpPr>
        <p:spPr>
          <a:xfrm>
            <a:off x="7915702" y="4744872"/>
            <a:ext cx="1191904" cy="344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67680"/>
            <a:ext cx="3509888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 проекте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929432"/>
            <a:ext cx="4722763" cy="1163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«Крестики-нолики» — одна из самых известных игр в мире, знакомая каждому с детства. Этот проект представляет собой её полноценную веб-реализацию: игра работает прямо в браузере, не требуя установки дополнительного ПО. Пользователь может играть как с другом на одном устройстве, так и против компьютерного противника с искусственным интеллектом.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2227734"/>
            <a:ext cx="2301255" cy="1504727"/>
          </a:xfrm>
          <a:prstGeom prst="roundRect">
            <a:avLst>
              <a:gd name="adj" fmla="val 3408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632445" y="2364060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🎮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Веб-формат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2445" y="2626891"/>
            <a:ext cx="2028602" cy="969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Запускается в любом современном браузере — на компьютере, планшете или смартфоне. Достаточно открыть ссылку.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917552" y="2227734"/>
            <a:ext cx="2301329" cy="1504727"/>
          </a:xfrm>
          <a:prstGeom prst="roundRect">
            <a:avLst>
              <a:gd name="adj" fmla="val 3408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3053879" y="2364060"/>
            <a:ext cx="162282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🤖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Умный противник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53879" y="2626891"/>
            <a:ext cx="2028676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Компьютер использует алгоритм Минимакс для анализа всех возможных исходов и выбора оптимального хода.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3852639"/>
            <a:ext cx="4722763" cy="923181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632445" y="3988966"/>
            <a:ext cx="167751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⚡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Мгновенный старт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2445" y="4251796"/>
            <a:ext cx="445011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Никаких загрузок и установок. Игра готова к использованию сразу после открытия страницы.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9476"/>
            <a:ext cx="398688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Технологический стек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45047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построен на трёх фундаментальных технологиях веб-разработки. Каждая из них отвечает за свой слой приложения — от структуры до интерактивности.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81498"/>
            <a:ext cx="1516038" cy="9369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07345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3341712"/>
            <a:ext cx="261386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Создаёт каркас приложения: игровое поле 3×3, кнопки управления, информационные блоки с результатами. Семантическая разметка обеспечивает доступность и чёткую структуру.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991" y="1981498"/>
            <a:ext cx="1516038" cy="9369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4991" y="307345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CSS3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64991" y="3341712"/>
            <a:ext cx="261394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Отвечает за визуальное оформление: тёмная цветовая схема, анимации появления символов, адаптивный дизайн для разных экранов, стилизация кнопок и поля.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939" y="1981498"/>
            <a:ext cx="1516038" cy="9369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3939" y="307345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33939" y="3341712"/>
            <a:ext cx="261394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Реализует всю игровую логику: обработку кликов, проверку условий победы, работу алгоритма Минимакс, переключение режимов и управление состоянием игры.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3502"/>
            <a:ext cx="554950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Функциональность приложения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9106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Игровое поле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008882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Классическая сетка 3×3 клетки. Игроки по очереди ставят символы X и O. Приложение отслеживает каждое действие и мгновенно реагирует на изменения.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72824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Режимы игры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3046065"/>
            <a:ext cx="3924598" cy="837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Игрок против игрока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два человека играют на одном устройстве, передавая ход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Игрок против компьютера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одиночная игра против ИИ-противника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1691060"/>
            <a:ext cx="243073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Определение результата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2008882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каждого хода система проверяет: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2318965"/>
            <a:ext cx="3924598" cy="8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одинаковых символа в ряд, столбец или по диагонали —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победа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клетки заполнены без победителя —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ничья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Игра продолжается —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следующий ход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332355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Перезапуск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28046" y="3641378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Одна кнопка мгновенно очищает поле и начинает новую партию, сохраняя выбранный режим игры.</a:t>
            </a:r>
            <a:endParaRPr lang="en-US" sz="9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D551D64-BD1A-7832-8D24-D8C747180AC5}"/>
              </a:ext>
            </a:extLst>
          </p:cNvPr>
          <p:cNvSpPr/>
          <p:nvPr/>
        </p:nvSpPr>
        <p:spPr>
          <a:xfrm>
            <a:off x="7915702" y="4744872"/>
            <a:ext cx="1191904" cy="344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3760"/>
            <a:ext cx="372903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Алгоритм Минимакс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007343"/>
            <a:ext cx="472276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Сердце искусственного интеллекта компьютерного противника — алгоритм Минимакс. Это рекурсивный алгоритм, который анализирует все возможные варианты развития партии и выбирает ход, гарантирующий наилучший результат для компьютера при условии оптимальной игры соперника.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2139181"/>
            <a:ext cx="620167" cy="7442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69259" y="226315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Анализ ходов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669259" y="2531418"/>
            <a:ext cx="39786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Алгоритм строит дерево всех возможных ходов до конца игры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2883396"/>
            <a:ext cx="620167" cy="9131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69259" y="300737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Оценка позиций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669259" y="3275633"/>
            <a:ext cx="39786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Каждому конечному состоянию присваивается оценка: победа, поражение или ничья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119" y="3796531"/>
            <a:ext cx="620167" cy="9131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69259" y="3920505"/>
            <a:ext cx="164842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Оптимальный выбор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669259" y="4188768"/>
            <a:ext cx="39786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Компьютер выбирает ход с максимальной оценкой, минимизируя шансы игрока на победу</a:t>
            </a:r>
            <a:endParaRPr lang="en-US" sz="9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E42017A-7506-58CE-F66D-9227FCFF924C}"/>
              </a:ext>
            </a:extLst>
          </p:cNvPr>
          <p:cNvSpPr/>
          <p:nvPr/>
        </p:nvSpPr>
        <p:spPr>
          <a:xfrm>
            <a:off x="7915702" y="4744872"/>
            <a:ext cx="1191904" cy="344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70805"/>
            <a:ext cx="3382417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Как работает Минимакс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57" y="812974"/>
            <a:ext cx="6815212" cy="3609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7606" y="3392855"/>
            <a:ext cx="1685401" cy="210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Построение дерева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988131" y="3663399"/>
            <a:ext cx="1804875" cy="297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Перечислить все возможные ходы.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329089" y="1063976"/>
            <a:ext cx="1804875" cy="421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Оценка конечных состояний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29089" y="1545151"/>
            <a:ext cx="1804875" cy="297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Определить победу, поражение или ничью.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73208" y="1063976"/>
            <a:ext cx="1804875" cy="421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Обратное распространение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73208" y="1545151"/>
            <a:ext cx="1804875" cy="297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Передать оценки вверх по дереву.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09782" y="3392972"/>
            <a:ext cx="1768834" cy="210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Выбор лучшего хода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09782" y="3663516"/>
            <a:ext cx="1804875" cy="297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Выбрать ход с оптимальным счётом.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7336" y="4504506"/>
            <a:ext cx="7489254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Алгоритм рассматривает игру как дерево решений. На каждом уровне он чередует «максимизирующий» ход (компьютер стремится выиграть) и «минимизирующий» ход (игрок старается помешать). В итоге компьютер никогда не проиграет — в лучшем случае партия завершится ничьей.</a:t>
            </a:r>
            <a:endParaRPr lang="en-US" sz="7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01588CC-0F98-C842-D833-4023E329C3E6}"/>
              </a:ext>
            </a:extLst>
          </p:cNvPr>
          <p:cNvSpPr/>
          <p:nvPr/>
        </p:nvSpPr>
        <p:spPr>
          <a:xfrm>
            <a:off x="7915702" y="4744872"/>
            <a:ext cx="1191904" cy="344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3203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Режимы игры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498774"/>
            <a:ext cx="4013895" cy="1815629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624855" y="1627510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174" y="1729755"/>
            <a:ext cx="167432" cy="167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4855" y="2123554"/>
            <a:ext cx="164090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Игрок против игрока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4855" y="2391817"/>
            <a:ext cx="375642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Классический режим для двух участников. Игроки по очереди ставят символы на одном устройстве. Идеально для соревнования с другом или обучения основам игры.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33987" y="1498774"/>
            <a:ext cx="4013895" cy="1815629"/>
          </a:xfrm>
          <a:prstGeom prst="roundRect">
            <a:avLst>
              <a:gd name="adj" fmla="val 28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4762723" y="1627510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5043" y="1729755"/>
            <a:ext cx="167432" cy="1674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62723" y="2123554"/>
            <a:ext cx="208552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Игрок против компьютера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62723" y="2391817"/>
            <a:ext cx="37564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Одиночный режим с ИИ-противником. Компьютер анализирует ситуацию и отвечает оптимальными ходами. Отличный способ проверить свою стратегию и потренироваться.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96119" y="3453929"/>
            <a:ext cx="8151763" cy="686842"/>
          </a:xfrm>
          <a:prstGeom prst="roundRect">
            <a:avLst>
              <a:gd name="adj" fmla="val 758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92" y="3633713"/>
            <a:ext cx="155004" cy="1239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9071" y="3596506"/>
            <a:ext cx="762483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В режиме против компьютера победить невозможно при оптимальной игре с обеих сторон — алгоритм Минимакс гарантирует как минимум ничью.</a:t>
            </a:r>
            <a:endParaRPr lang="en-US" sz="95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96CD95D-E720-4677-6BEE-7976C2DCCD41}"/>
              </a:ext>
            </a:extLst>
          </p:cNvPr>
          <p:cNvSpPr/>
          <p:nvPr/>
        </p:nvSpPr>
        <p:spPr>
          <a:xfrm>
            <a:off x="7915702" y="4744872"/>
            <a:ext cx="1191904" cy="344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3298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Интерфейс и UX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7085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Дизайн-решения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688678"/>
            <a:ext cx="43472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 выполнено в тёмной цветовой схеме с акцентными элементами. Крупные символы X и O легко читаются, анимации появления делают игру динамичной. Адаптивная вёрстка обеспечивает комфортную игру на любом экране.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594149"/>
            <a:ext cx="4347270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Тёмный фон снижает нагрузку на глаза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Контрастные символы для быстрой идентификации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Плавные анимации переходов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Адаптивность под мобильные устройства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150718" y="1370856"/>
            <a:ext cx="224923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Элементы управления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6431" y="1704231"/>
            <a:ext cx="3516139" cy="7928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31842" y="184249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Игровое поле 3×3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31842" y="2160315"/>
            <a:ext cx="31824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Кликабельные клетки с мгновенным откликом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6431" y="2621012"/>
            <a:ext cx="3516139" cy="7928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1842" y="2759273"/>
            <a:ext cx="201498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Переключатель режимов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331842" y="3077096"/>
            <a:ext cx="31824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Смена PvP / PvE в один клик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6431" y="3537793"/>
            <a:ext cx="3516139" cy="79280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31842" y="367605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Кнопка рестарта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331842" y="3993877"/>
            <a:ext cx="318246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Быстрый перезапуск без перезагрузки страницы</a:t>
            </a:r>
            <a:endParaRPr lang="en-US" sz="95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5DFACC7-D09A-8627-A6F1-A641DC901F44}"/>
              </a:ext>
            </a:extLst>
          </p:cNvPr>
          <p:cNvSpPr/>
          <p:nvPr/>
        </p:nvSpPr>
        <p:spPr>
          <a:xfrm>
            <a:off x="7915702" y="4744872"/>
            <a:ext cx="1191904" cy="344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8041"/>
            <a:ext cx="3307184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Результаты разработки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496119" y="851297"/>
            <a:ext cx="4722763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2263899" y="1266676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Режима игры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6119" y="1458590"/>
            <a:ext cx="472276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PvP и PvE с ИИ-противником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96119" y="1785565"/>
            <a:ext cx="4722763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263899" y="2200945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Технологии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6119" y="2392859"/>
            <a:ext cx="472276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HTML, CSS и JavaScript в одном проекте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96119" y="2719834"/>
            <a:ext cx="4722763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2263899" y="3135213"/>
            <a:ext cx="11871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Клеток поля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96119" y="3327127"/>
            <a:ext cx="472276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Классическое поле 3×3 с полным анализом состояний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96119" y="3654103"/>
            <a:ext cx="4722763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2191122" y="4069482"/>
            <a:ext cx="1332681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Шансов проиграть ИИ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6119" y="4261396"/>
            <a:ext cx="4722763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Алгоритм Минимакс делает компьютер непобедимым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96119" y="4477271"/>
            <a:ext cx="472276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успешно реализован и размещён на GitHub Pages. Приложение доступно по ссылке: </a:t>
            </a:r>
            <a:r>
              <a:rPr lang="en-US" sz="70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khamzatjr.github.io/tic-tac-toe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4860"/>
            <a:ext cx="416733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Выводы и перспективы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42417"/>
            <a:ext cx="21443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Что было закреплено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627" y="1581894"/>
            <a:ext cx="186035" cy="186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9145" y="1575792"/>
            <a:ext cx="35215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и семантика HTML-документа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627" y="2208163"/>
            <a:ext cx="186035" cy="186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9145" y="2202061"/>
            <a:ext cx="35215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Стилизация и адаптивный дизайн на CSS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627" y="2834432"/>
            <a:ext cx="186035" cy="1860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9145" y="2828330"/>
            <a:ext cx="35215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Логика интерактивности на JavaScript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627" y="3460700"/>
            <a:ext cx="186035" cy="1860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9145" y="3454598"/>
            <a:ext cx="35215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Рекурсивные алгоритмы и ИИ в играх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627" y="4086969"/>
            <a:ext cx="186035" cy="18603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99145" y="4080867"/>
            <a:ext cx="35215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Публикация проекта на GitHub Pages</a:t>
            </a:r>
            <a:endParaRPr lang="en-US" sz="950" dirty="0"/>
          </a:p>
        </p:txBody>
      </p:sp>
      <p:sp>
        <p:nvSpPr>
          <p:cNvPr id="14" name="Text 7"/>
          <p:cNvSpPr/>
          <p:nvPr/>
        </p:nvSpPr>
        <p:spPr>
          <a:xfrm>
            <a:off x="4728046" y="1242417"/>
            <a:ext cx="230951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Возможные улучшения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728046" y="1560240"/>
            <a:ext cx="3924598" cy="136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Уровни сложности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добавить режим «легкий» со случайными ходами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Счётчик партий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сохранять статистику побед и ничьих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Поле большего размера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режим 5×5 с условием 4 в ряд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Онлайн-режим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мультиплеер через WebSocket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Звуковые эффекты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озвучка ходов и результатов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4728046" y="3064073"/>
            <a:ext cx="3924598" cy="682079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2020" y="3253383"/>
            <a:ext cx="155004" cy="12397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30998" y="3206651"/>
            <a:ext cx="33976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готов к демонстрации и может служить основой для более сложных игровых веб-приложений.</a:t>
            </a:r>
            <a:endParaRPr lang="en-US" sz="95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AB091A7-A4FE-A195-E7F1-06C90AF7D1D6}"/>
              </a:ext>
            </a:extLst>
          </p:cNvPr>
          <p:cNvSpPr/>
          <p:nvPr/>
        </p:nvSpPr>
        <p:spPr>
          <a:xfrm>
            <a:off x="7915702" y="4744872"/>
            <a:ext cx="1191904" cy="344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950B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807</Words>
  <Application>Microsoft Office PowerPoint</Application>
  <PresentationFormat>Экран (16:9)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Inter</vt:lpstr>
      <vt:lpstr>Inter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Khamzat JR</cp:lastModifiedBy>
  <cp:revision>2</cp:revision>
  <dcterms:created xsi:type="dcterms:W3CDTF">2026-06-15T21:05:39Z</dcterms:created>
  <dcterms:modified xsi:type="dcterms:W3CDTF">2026-06-15T21:10:51Z</dcterms:modified>
</cp:coreProperties>
</file>